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7365D"/>
      </a:dk2>
      <a:lt2>
        <a:srgbClr val="EEECE1"/>
      </a:lt2>
      <a:accent1>
        <a:srgbClr val="17365D"/>
      </a:accent1>
      <a:accent2>
        <a:srgbClr val="B8561B"/>
      </a:accent2>
      <a:accent3>
        <a:srgbClr val="6B7280"/>
      </a:accent3>
      <a:accent4>
        <a:srgbClr val="8064A2"/>
      </a:accent4>
      <a:accent5>
        <a:srgbClr val="4BACC6"/>
      </a:accent5>
      <a:accent6>
        <a:srgbClr val="F79646"/>
      </a:accent6>
      <a:hlink>
        <a:srgbClr val="17365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